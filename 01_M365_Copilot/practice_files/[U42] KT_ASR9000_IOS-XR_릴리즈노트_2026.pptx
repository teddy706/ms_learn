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ASR9000 IOS-XR 7.4.1 릴리즈 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KT 코어망/전송망 장비 소프트웨어 릴리즈 노트 (총 50매) · 2026년 3월 배포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[QoS]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큐잉 프로파일 재조정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8-큐 → 16-큐 세분화 지원, 우선순위 클래스 확장</a:t>
            </a:r>
          </a:p>
          <a:p>
            <a:pPr>
              <a:defRPr sz="2000"/>
            </a:pPr>
            <a:r>
              <a:t>운용 영향도: 기존 QoS 정책 재적용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[Security]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ACL 하드웨어 가속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TCAM 기반 ACL 매칭 성능 40% 향상</a:t>
            </a:r>
          </a:p>
          <a:p>
            <a:pPr>
              <a:defRPr sz="2000"/>
            </a:pPr>
            <a:r>
              <a:t>운용 영향도: 영향 없음 (자동 적용)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[System]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부팅 시간 단축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커널 초기화 병렬화로 평균 부팅 시간 20% 단축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[SNMP]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SNMP v3 기본 암호화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AES-256 기본값으로 변경</a:t>
            </a:r>
          </a:p>
          <a:p>
            <a:pPr>
              <a:defRPr sz="2000"/>
            </a:pPr>
            <a:r>
              <a:t>운용 영향도: 기존 v3 유저 프로필 재설정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[Multicast]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PIM-SSM 매핑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정적 매핑 테이블 확장(최대 4096 그룹)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[MPLS]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세그먼트 라우팅 SR-TE 정책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정책당 최대 경로 수 8 → 16으로 확장</a:t>
            </a:r>
          </a:p>
          <a:p>
            <a:pPr>
              <a:defRPr sz="2000"/>
            </a:pPr>
            <a:r>
              <a:t>운용 영향도: 기존 SR-TE 정책 재검증 권장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[HA]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ISSU 롤백 절차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실패 시 자동 롤백 타임아웃 5분 → 2분 단축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[VRF]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VRF 간 라우트 리키지 로깅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리키지 발생 시 Syslog Severity 4로 기록</a:t>
            </a:r>
          </a:p>
          <a:p>
            <a:pPr>
              <a:defRPr sz="2000"/>
            </a:pPr>
            <a:r>
              <a:t>운용 영향도: 로그 볼륨 소폭 증가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[Interface]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광모듈 DOM 모니터링 주기 단축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60초 → 10초 폴링으로 변경</a:t>
            </a:r>
          </a:p>
          <a:p>
            <a:pPr>
              <a:defRPr sz="2000"/>
            </a:pPr>
            <a:r>
              <a:t>운용 영향도: CPU 사용률 소폭 증가(1% 미만)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[Telemetry]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gNMI 스트리밍 텔레메트리 신규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gRPC 기반 실시간 메트릭 스트리밍 추가</a:t>
            </a:r>
          </a:p>
          <a:p>
            <a:pPr>
              <a:defRPr sz="2000"/>
            </a:pPr>
            <a:r>
              <a:t>운용 영향도: 신규 기능, 기존 설정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[AAA]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TACACS+ 이중화 페일오버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1차 서버 무응답 시 페일오버 시간 3초로 단축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[Config]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설정 롤백 이력 보존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최근 설정 스냅샷 보존 개수 5 → 10개로 확장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[BGP]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BGP Multi-path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부하분산 알고리즘 개선</a:t>
            </a:r>
          </a:p>
          <a:p>
            <a:pPr>
              <a:defRPr sz="2000"/>
            </a:pPr>
            <a:r>
              <a:t>운용 영향도: 순단 위험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[BFD]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BFD 최소 간격 단축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최소 송수신 간격 50ms까지 설정 가능하도록 확장</a:t>
            </a:r>
          </a:p>
          <a:p>
            <a:pPr>
              <a:defRPr sz="2000"/>
            </a:pPr>
            <a:r>
              <a:t>운용 영향도: 저사양 라인카드에서 CPU 부하 검토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[IPv6]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IPv6 ND 캐시 테이블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최대 엔트리 32K → 64K로 확장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[Licensing]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스마트 라이선싱 갱신 알림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만료 30일 전부터 Syslog 및 SNMP Trap 알림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[Hardware]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라인카드 온도 임계치 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경고 임계치 75°C → 70°C로 하향 조정</a:t>
            </a:r>
          </a:p>
          <a:p>
            <a:pPr>
              <a:defRPr sz="2000"/>
            </a:pPr>
            <a:r>
              <a:t>운용 영향도: 기존 대비 경고 알람 빈도 증가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[NTP]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NTP 인증 기본값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MD5 → SHA-256 인증 기본 권장으로 변경</a:t>
            </a:r>
          </a:p>
          <a:p>
            <a:pPr>
              <a:defRPr sz="2000"/>
            </a:pPr>
            <a:r>
              <a:t>운용 영향도: 기존 MD5 인증 피어 재설정 권장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[STP-alt]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Ring 프로토컬(G.8032) 절체시간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절체 시간 50ms → 30ms로 단축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[Netconf]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YANG 모델 버전 업데이트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인터페이스/BGP YANG 모델 최신 표준 반영</a:t>
            </a:r>
          </a:p>
          <a:p>
            <a:pPr>
              <a:defRPr sz="2000"/>
            </a:pPr>
            <a:r>
              <a:t>운용 영향도: 기존 NETCONF 클라이언트 스키마 재확인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[RPKI]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RPKI Origin Validation 성능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검증 캐시 갱신 주기 60초 → 20초로 단축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[SSH]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SSH 키 교환 알고리즘 업데이트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취약 알고리즘(diffie-hellman-group1) 제거</a:t>
            </a:r>
          </a:p>
          <a:p>
            <a:pPr>
              <a:defRPr sz="2000"/>
            </a:pPr>
            <a:r>
              <a:t>운용 영향도: 구형 SSH 클라이언트 접속 불가 가능성 있음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[Power]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전원 이중화 알람 세분화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PSU 개별 상태(정상/경고/장애) 알람 분리</a:t>
            </a:r>
          </a:p>
          <a:p>
            <a:pPr>
              <a:defRPr sz="2000"/>
            </a:pPr>
            <a:r>
              <a:t>운용 영향도: 기존 통합 알람 파싱 스크립트 수정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[CLI]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show tech-support 출력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불필요 섹션 제거로 출력 파일 크기 30% 감소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[ZTP]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Zero Touch Provisioning 재시도 로직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DHCP 실패 시 재시도 간격 지수 백오프 적용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[System]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메모리 누수 수정 (경미)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특정 SNMP polling 조합에서 발생하던 소규모 누수 수정</a:t>
            </a:r>
          </a:p>
          <a:p>
            <a:pPr>
              <a:defRPr sz="2000"/>
            </a:pPr>
            <a:r>
              <a:t>운용 영향도: 장기 가동 안정성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[OSPF]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OSPF LSA Throttling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타이머 기본값 변경</a:t>
            </a:r>
          </a:p>
          <a:p>
            <a:pPr>
              <a:defRPr sz="2000"/>
            </a:pPr>
            <a:r>
              <a:t>운용 영향도: 타이머 재설정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[QoS]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정책 맵 최대 클래스 수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64 → 128 클래스로 확장</a:t>
            </a:r>
          </a:p>
          <a:p>
            <a:pPr>
              <a:defRPr sz="2000"/>
            </a:pPr>
            <a:r>
              <a:t>운용 영향도: 대형 정책맵 적용 시 컴파일 시간 증가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[Multicast]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IGMP Snooping 성능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대규모 그룹 환경에서 CPU 사용률 15% 감소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[Security]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제로데이 대응 패치 - 패킷 파싱 취약점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비정상 패킷 파싱 시 크래시 유발 취약점 수정</a:t>
            </a:r>
          </a:p>
          <a:p>
            <a:pPr>
              <a:defRPr sz="2000"/>
            </a:pPr>
            <a:r>
              <a:t>운용 영향도: 즉시 업그레이드 권장 (보안 권고 포함)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[Interface]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LACP 최소 링크 수 설정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번들 인터페이스 최소 활성 링크 수 지정 가능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[MPLS]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LDP 세션 보호 기능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LDP 세션 장애 시 백업 경로 자동 활성화</a:t>
            </a:r>
          </a:p>
          <a:p>
            <a:pPr>
              <a:defRPr sz="2000"/>
            </a:pPr>
            <a:r>
              <a:t>운용 영향도: 신규 기능, 기본값 비활성화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[System]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설정 저장 속도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대규모 설정(10만 라인 이상) 저장 시간 40% 단축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[HA]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NSR(Non-Stop Routing) 안정성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RP 절체 시 BGP 세션 유지율 개선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[SNMP]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MIB 지원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신규 인터페이스 카운터 MIB 추가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[VRF]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VRF 최대 개수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플랫폼당 최대 VRF 수 4000 → 8000으로 확장</a:t>
            </a:r>
          </a:p>
          <a:p>
            <a:pPr>
              <a:defRPr sz="2000"/>
            </a:pPr>
            <a:r>
              <a:t>운용 영향도: 대규모 VRF 환경 라이선스 확인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[Hardware]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신규 400G 트랜시버 지원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QSFP-DD 400G-ZR 트랜시버 호환성 추가</a:t>
            </a:r>
          </a:p>
          <a:p>
            <a:pPr>
              <a:defRPr sz="2000"/>
            </a:pPr>
            <a:r>
              <a:t>운용 영향도: 펌웨어 업그레이드 후 인식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[Telemetry]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모델 기반 텔레메트리 샘플링 주기 세분화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최소 샘플링 주기 1초 → 100ms로 단축</a:t>
            </a:r>
          </a:p>
          <a:p>
            <a:pPr>
              <a:defRPr sz="2000"/>
            </a:pPr>
            <a:r>
              <a:t>운용 영향도: 고빈도 수집 시 대역폭 사용량 증가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[CLI]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명령어 자동완성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다단계 서브커맨드 자동완성 정확도 향상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[HA]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Graceful Restart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절체 시간 50% 단축</a:t>
            </a:r>
          </a:p>
          <a:p>
            <a:pPr>
              <a:defRPr sz="2000"/>
            </a:pPr>
            <a:r>
              <a:t>운용 영향도: 라우팅 플래핑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[Licensing]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라이선스 사용량 대시보드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실시간 라이선스 사용 현황 웹 UI 제공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[AAA]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RADIUS 이중화 로드밸런싱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다중 RADIUS 서버 라운드로빈 분산 지원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[IPv6]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IPv6 DHCP Relay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다중 VRF 환경에서 Relay 안정성 개선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[Security]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관리 평면 ACL 기본 정책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미지정 프로토콜 기본 차단으로 정책 변경</a:t>
            </a:r>
          </a:p>
          <a:p>
            <a:pPr>
              <a:defRPr sz="2000"/>
            </a:pPr>
            <a:r>
              <a:t>운용 영향도: 기존 관리 트래픽 ACL 재검토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[Power]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전력 사용량 리포트 기능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랙 단위 전력 사용량 월간 리포트 자동 생성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[System]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펌웨어 서명 검증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부팅 시 디지털 서명 미검증 이미지 로드 차단</a:t>
            </a:r>
          </a:p>
          <a:p>
            <a:pPr>
              <a:defRPr sz="2000"/>
            </a:pPr>
            <a:r>
              <a:t>운용 영향도: 미서명 커스텀 이미지 사용 시 부팅 실패 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[Interface]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인터페이스 설명(Description) 길이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최대 길이 64자 → 256자로 확장</a:t>
            </a:r>
          </a:p>
          <a:p>
            <a:pPr>
              <a:defRPr sz="2000"/>
            </a:pPr>
            <a:r>
              <a:t>운용 영향도: 영향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[NTP]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PTP(정밀시각동기화) 정확도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동기화 오차 100ns 이내로 개선</a:t>
            </a:r>
          </a:p>
          <a:p>
            <a:pPr>
              <a:defRPr sz="2000"/>
            </a:pPr>
            <a:r>
              <a:t>운용 영향도: 타이밍 민감 서비스 안정성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CC"/>
                </a:solidFill>
              </a:defRPr>
            </a:pPr>
            <a:r>
              <a:t>[CLI]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설정 변경 이력 감사 로그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주요 변경 내용: 변경 전/후 diff를 감사 로그에 자동 기록</a:t>
            </a:r>
          </a:p>
          <a:p>
            <a:pPr>
              <a:defRPr sz="2000"/>
            </a:pPr>
            <a:r>
              <a:t>운용 영향도: 로그 저장 공간 사용량 소폭 증가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